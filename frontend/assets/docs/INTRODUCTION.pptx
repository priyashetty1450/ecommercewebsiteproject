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8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09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7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37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94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61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6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65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29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7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DF3E9FA-1ABB-4DF7-A05C-0D1A73C7CE90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E670ECA1-58A0-4E2B-B056-342D6C8D9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70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7D2A6-7249-7D95-3B96-EE7C799D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509" y="1122363"/>
            <a:ext cx="10321491" cy="1158824"/>
          </a:xfrm>
        </p:spPr>
        <p:txBody>
          <a:bodyPr>
            <a:normAutofit/>
          </a:bodyPr>
          <a:lstStyle/>
          <a:p>
            <a:r>
              <a:rPr lang="en-IN" dirty="0">
                <a:latin typeface="Californian FB" panose="0207040306080B0302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42C81-0515-F833-877D-8624C5D6A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509" y="3214838"/>
            <a:ext cx="10321491" cy="2042962"/>
          </a:xfrm>
        </p:spPr>
        <p:txBody>
          <a:bodyPr/>
          <a:lstStyle/>
          <a:p>
            <a:pPr algn="l"/>
            <a:r>
              <a:rPr lang="en-US" sz="3600" dirty="0">
                <a:latin typeface="Calisto MT" panose="02040603050505030304" pitchFamily="18" charset="0"/>
                <a:cs typeface="Times New Roman" panose="02020603050405020304" pitchFamily="18" charset="0"/>
              </a:rPr>
              <a:t>E-commerce Website:</a:t>
            </a:r>
          </a:p>
          <a:p>
            <a:pPr algn="l"/>
            <a:r>
              <a:rPr lang="en-US" sz="3600" dirty="0">
                <a:latin typeface="Calisto MT" panose="02040603050505030304" pitchFamily="18" charset="0"/>
                <a:cs typeface="Times New Roman" panose="02020603050405020304" pitchFamily="18" charset="0"/>
              </a:rPr>
              <a:t>Shri Manjunatha </a:t>
            </a:r>
            <a:r>
              <a:rPr lang="en-US" sz="3600" dirty="0" err="1">
                <a:latin typeface="Calisto MT" panose="02040603050505030304" pitchFamily="18" charset="0"/>
                <a:cs typeface="Times New Roman" panose="02020603050405020304" pitchFamily="18" charset="0"/>
              </a:rPr>
              <a:t>Shamiyana</a:t>
            </a:r>
            <a:r>
              <a:rPr lang="en-US" sz="3600" dirty="0">
                <a:latin typeface="Calisto MT" panose="02040603050505030304" pitchFamily="18" charset="0"/>
                <a:cs typeface="Times New Roman" panose="02020603050405020304" pitchFamily="18" charset="0"/>
              </a:rPr>
              <a:t> &amp; Events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80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394D56-5D9F-C604-3394-8F2C883F96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1452" y="1903027"/>
            <a:ext cx="2993395" cy="303607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F7562-F34D-BE2F-960F-BAD53C70F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31369" y="1636295"/>
            <a:ext cx="7022432" cy="3291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Profile Details:</a:t>
            </a:r>
          </a:p>
          <a:p>
            <a:r>
              <a:rPr lang="en-IN" sz="2800" dirty="0">
                <a:solidFill>
                  <a:schemeClr val="tx1"/>
                </a:solidFill>
              </a:rPr>
              <a:t>Name: Gayatri Sanjay </a:t>
            </a:r>
            <a:r>
              <a:rPr lang="en-IN" sz="2800" dirty="0" err="1">
                <a:solidFill>
                  <a:schemeClr val="tx1"/>
                </a:solidFill>
              </a:rPr>
              <a:t>Bandivdekar</a:t>
            </a:r>
            <a:endParaRPr lang="en-IN" sz="2800" dirty="0">
              <a:solidFill>
                <a:schemeClr val="tx1"/>
              </a:solidFill>
            </a:endParaRPr>
          </a:p>
          <a:p>
            <a:r>
              <a:rPr lang="en-IN" sz="2800" dirty="0">
                <a:solidFill>
                  <a:schemeClr val="tx1"/>
                </a:solidFill>
              </a:rPr>
              <a:t>Class: TYBCA-B </a:t>
            </a:r>
          </a:p>
          <a:p>
            <a:r>
              <a:rPr lang="en-IN" sz="2800" dirty="0">
                <a:solidFill>
                  <a:schemeClr val="tx1"/>
                </a:solidFill>
              </a:rPr>
              <a:t>Role: Business Analyst</a:t>
            </a:r>
          </a:p>
          <a:p>
            <a:r>
              <a:rPr lang="en-IN" sz="2800" dirty="0">
                <a:solidFill>
                  <a:schemeClr val="tx1"/>
                </a:solidFill>
              </a:rPr>
              <a:t>Email: gayatribandivdekar22@gmail.com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C925C8-2DD7-42C8-F856-1941938AF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2" y="1636295"/>
            <a:ext cx="3062100" cy="34459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8593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265B7-298C-2B8C-A96A-50575E66F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8371" y="1751798"/>
            <a:ext cx="6945430" cy="3176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Profile Details:</a:t>
            </a:r>
          </a:p>
          <a:p>
            <a:r>
              <a:rPr lang="en-IN" sz="2800" dirty="0">
                <a:solidFill>
                  <a:schemeClr val="tx1"/>
                </a:solidFill>
              </a:rPr>
              <a:t>Name: Khushboo Jaglal Yadav</a:t>
            </a:r>
          </a:p>
          <a:p>
            <a:r>
              <a:rPr lang="en-IN" sz="2800" dirty="0">
                <a:solidFill>
                  <a:schemeClr val="tx1"/>
                </a:solidFill>
              </a:rPr>
              <a:t>Class: TYBCA-B </a:t>
            </a:r>
          </a:p>
          <a:p>
            <a:r>
              <a:rPr lang="en-IN" sz="2800" dirty="0">
                <a:solidFill>
                  <a:schemeClr val="tx1"/>
                </a:solidFill>
              </a:rPr>
              <a:t>Role: Product Manager</a:t>
            </a:r>
          </a:p>
          <a:p>
            <a:r>
              <a:rPr lang="en-IN" sz="2800" dirty="0">
                <a:solidFill>
                  <a:schemeClr val="tx1"/>
                </a:solidFill>
              </a:rPr>
              <a:t>Email: khushboojaglalyadav@gmail.com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5730A66-F2CA-9F3C-2B79-AED099ABE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448" y="1790299"/>
            <a:ext cx="3113292" cy="309933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9E69A2-9990-AADD-48C5-5E6348CFE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44" y="1499617"/>
            <a:ext cx="3034899" cy="35016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614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CCA0466-C08F-7007-4DE2-7A52CF901646}"/>
              </a:ext>
            </a:extLst>
          </p:cNvPr>
          <p:cNvSpPr txBox="1">
            <a:spLocks/>
          </p:cNvSpPr>
          <p:nvPr/>
        </p:nvSpPr>
        <p:spPr>
          <a:xfrm>
            <a:off x="4263992" y="1886552"/>
            <a:ext cx="7089809" cy="3041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Profile Details: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Name: Aarti </a:t>
            </a:r>
            <a:r>
              <a:rPr lang="en-IN" dirty="0" err="1"/>
              <a:t>Shivdas</a:t>
            </a:r>
            <a:r>
              <a:rPr lang="en-IN" dirty="0"/>
              <a:t> Jadhav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Class: TYBCA-B 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Role: Front-end Developer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Email: aartijadhav371@gmail.com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b="1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2CC348E-210B-9D58-BCC2-282EB37BA9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1452" y="1903027"/>
            <a:ext cx="2993395" cy="30360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EF11D5-46FE-F9B2-93B2-7C79916BF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2" y="1801368"/>
            <a:ext cx="3036071" cy="312125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56375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91E2941-FB5A-58DD-9207-4D2B30B2B307}"/>
              </a:ext>
            </a:extLst>
          </p:cNvPr>
          <p:cNvSpPr txBox="1">
            <a:spLocks/>
          </p:cNvSpPr>
          <p:nvPr/>
        </p:nvSpPr>
        <p:spPr>
          <a:xfrm>
            <a:off x="4543124" y="1925053"/>
            <a:ext cx="6810677" cy="300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b="1" dirty="0"/>
              <a:t>Profile Details: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Name: Bm Bhanupriya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Class: TYBCA-B 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Role: Backend Developer</a:t>
            </a:r>
          </a:p>
          <a:p>
            <a:pPr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Email: bhanupriya388@gmail.com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2BE1740C-7121-AE99-6D47-644E72E50D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1452" y="1903027"/>
            <a:ext cx="2993395" cy="30360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74B8AF-0F4D-C718-116C-ACA054004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2" y="1793843"/>
            <a:ext cx="3062100" cy="327031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49597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D5DC2D8-9F4D-F0E8-C81D-4D8BB259D6BF}"/>
              </a:ext>
            </a:extLst>
          </p:cNvPr>
          <p:cNvSpPr txBox="1">
            <a:spLocks/>
          </p:cNvSpPr>
          <p:nvPr/>
        </p:nvSpPr>
        <p:spPr>
          <a:xfrm>
            <a:off x="4562375" y="1944302"/>
            <a:ext cx="6791425" cy="413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/>
              <a:t>Profile Details:</a:t>
            </a:r>
          </a:p>
          <a:p>
            <a:pPr algn="just"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Name: Roshan Chand Shaikh</a:t>
            </a:r>
          </a:p>
          <a:p>
            <a:pPr algn="just"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Class: TYBCA-B </a:t>
            </a:r>
          </a:p>
          <a:p>
            <a:pPr algn="just"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Role: Tester/QA</a:t>
            </a:r>
          </a:p>
          <a:p>
            <a:pPr algn="just">
              <a:buClr>
                <a:schemeClr val="accent1">
                  <a:lumMod val="60000"/>
                  <a:lumOff val="40000"/>
                </a:schemeClr>
              </a:buClr>
            </a:pPr>
            <a:r>
              <a:rPr lang="en-IN" dirty="0"/>
              <a:t>Email: x441roshan@gmail.com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F50DF917-AA5B-D391-2FC2-68236474B3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1452" y="1903027"/>
            <a:ext cx="2993395" cy="30360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779E2D-F491-C60B-3732-D6B5C18A9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2" y="1645919"/>
            <a:ext cx="2993395" cy="336633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27132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A669D2-DB70-75E3-DF32-58819ACD0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2877954"/>
            <a:ext cx="7315200" cy="2706692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latin typeface="Californian FB" panose="0207040306080B0302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5818548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91</TotalTime>
  <Words>122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Californian FB</vt:lpstr>
      <vt:lpstr>Calisto MT</vt:lpstr>
      <vt:lpstr>Corbel</vt:lpstr>
      <vt:lpstr>Wingdings 2</vt:lpstr>
      <vt:lpstr>Frame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Khushboo Yadav</dc:creator>
  <cp:lastModifiedBy>Khushboo Yadav</cp:lastModifiedBy>
  <cp:revision>3</cp:revision>
  <dcterms:created xsi:type="dcterms:W3CDTF">2026-02-28T06:51:26Z</dcterms:created>
  <dcterms:modified xsi:type="dcterms:W3CDTF">2026-03-07T07:16:58Z</dcterms:modified>
</cp:coreProperties>
</file>